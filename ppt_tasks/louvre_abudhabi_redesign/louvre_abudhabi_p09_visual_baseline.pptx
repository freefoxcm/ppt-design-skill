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"/>
          <p:cNvSpPr/>
          <p:nvPr/>
        </p:nvSpPr>
        <p:spPr>
          <a:xfrm>
            <a:off x="5460431" y="809646"/>
            <a:ext cx="2729301" cy="2689360"/>
          </a:xfrm>
          <a:custGeom>
            <a:avLst/>
            <a:gdLst/>
            <a:pathLst>
              <a:path w="2729301" h="2689360">
                <a:moveTo>
                  <a:pt x="1364650" y="0"/>
                </a:moveTo>
                <a:cubicBezTo>
                  <a:pt x="1364650" y="0"/>
                  <a:pt x="2329891" y="399409"/>
                  <a:pt x="2329891" y="399409"/>
                </a:cubicBezTo>
                <a:cubicBezTo>
                  <a:pt x="2329891" y="399409"/>
                  <a:pt x="2729301" y="1344679"/>
                  <a:pt x="2729301" y="1344679"/>
                </a:cubicBezTo>
                <a:cubicBezTo>
                  <a:pt x="2729301" y="1344679"/>
                  <a:pt x="2329891" y="2289950"/>
                  <a:pt x="2329891" y="2289950"/>
                </a:cubicBezTo>
                <a:cubicBezTo>
                  <a:pt x="2329891" y="2289950"/>
                  <a:pt x="1364650" y="2689360"/>
                  <a:pt x="1364650" y="2689360"/>
                </a:cubicBezTo>
                <a:cubicBezTo>
                  <a:pt x="1364650" y="2689360"/>
                  <a:pt x="399409" y="2289950"/>
                  <a:pt x="399409" y="2289950"/>
                </a:cubicBezTo>
                <a:cubicBezTo>
                  <a:pt x="399409" y="2289950"/>
                  <a:pt x="0" y="1344679"/>
                  <a:pt x="0" y="1344679"/>
                </a:cubicBezTo>
                <a:cubicBezTo>
                  <a:pt x="0" y="1344679"/>
                  <a:pt x="399409" y="399409"/>
                  <a:pt x="399409" y="399409"/>
                </a:cubicBezTo>
                <a:cubicBezTo>
                  <a:pt x="399409" y="399409"/>
                  <a:pt x="1364650" y="0"/>
                  <a:pt x="136465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4" name="Freeform"/>
          <p:cNvSpPr/>
          <p:nvPr/>
        </p:nvSpPr>
        <p:spPr>
          <a:xfrm>
            <a:off x="8489289" y="1475329"/>
            <a:ext cx="2263322" cy="2263322"/>
          </a:xfrm>
          <a:custGeom>
            <a:avLst/>
            <a:gdLst/>
            <a:pathLst>
              <a:path w="2263322" h="2263322">
                <a:moveTo>
                  <a:pt x="1131660" y="0"/>
                </a:moveTo>
                <a:cubicBezTo>
                  <a:pt x="1131660" y="0"/>
                  <a:pt x="1930480" y="332841"/>
                  <a:pt x="1930480" y="332841"/>
                </a:cubicBezTo>
                <a:cubicBezTo>
                  <a:pt x="1930480" y="332841"/>
                  <a:pt x="2263322" y="1131660"/>
                  <a:pt x="2263322" y="1131660"/>
                </a:cubicBezTo>
                <a:cubicBezTo>
                  <a:pt x="2263322" y="1131660"/>
                  <a:pt x="1930480" y="1930480"/>
                  <a:pt x="1930480" y="1930480"/>
                </a:cubicBezTo>
                <a:cubicBezTo>
                  <a:pt x="1930480" y="1930480"/>
                  <a:pt x="1131660" y="2263322"/>
                  <a:pt x="1131660" y="2263322"/>
                </a:cubicBezTo>
                <a:cubicBezTo>
                  <a:pt x="1131660" y="2263322"/>
                  <a:pt x="332841" y="1930480"/>
                  <a:pt x="332841" y="1930480"/>
                </a:cubicBezTo>
                <a:cubicBezTo>
                  <a:pt x="332841" y="1930480"/>
                  <a:pt x="0" y="1131660"/>
                  <a:pt x="0" y="1131660"/>
                </a:cubicBezTo>
                <a:cubicBezTo>
                  <a:pt x="0" y="1131660"/>
                  <a:pt x="332841" y="332841"/>
                  <a:pt x="332841" y="332841"/>
                </a:cubicBezTo>
                <a:cubicBezTo>
                  <a:pt x="332841" y="332841"/>
                  <a:pt x="1131660" y="0"/>
                  <a:pt x="113166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5" name="Freeform"/>
          <p:cNvSpPr/>
          <p:nvPr/>
        </p:nvSpPr>
        <p:spPr>
          <a:xfrm>
            <a:off x="5460431" y="809646"/>
            <a:ext cx="5292181" cy="2929006"/>
          </a:xfrm>
          <a:custGeom>
            <a:avLst/>
            <a:gdLst/>
            <a:pathLst>
              <a:path w="5292181" h="2929006">
                <a:moveTo>
                  <a:pt x="1364650" y="0"/>
                </a:moveTo>
                <a:cubicBezTo>
                  <a:pt x="1364650" y="0"/>
                  <a:pt x="1364650" y="2689360"/>
                  <a:pt x="1364650" y="2689360"/>
                </a:cubicBezTo>
                <a:close/>
                <a:moveTo>
                  <a:pt x="0" y="1344680"/>
                </a:moveTo>
                <a:cubicBezTo>
                  <a:pt x="0" y="1344680"/>
                  <a:pt x="2729300" y="1344680"/>
                  <a:pt x="2729300" y="1344680"/>
                </a:cubicBezTo>
                <a:close/>
                <a:moveTo>
                  <a:pt x="4160519" y="665683"/>
                </a:moveTo>
                <a:cubicBezTo>
                  <a:pt x="4160519" y="665683"/>
                  <a:pt x="4160519" y="2929006"/>
                  <a:pt x="4160519" y="2929006"/>
                </a:cubicBezTo>
                <a:close/>
                <a:moveTo>
                  <a:pt x="3028858" y="1797344"/>
                </a:moveTo>
                <a:cubicBezTo>
                  <a:pt x="3028858" y="1797344"/>
                  <a:pt x="5292181" y="1797344"/>
                  <a:pt x="5292181" y="1797344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6" name="Freeform"/>
          <p:cNvSpPr/>
          <p:nvPr/>
        </p:nvSpPr>
        <p:spPr>
          <a:xfrm>
            <a:off x="7470794" y="789675"/>
            <a:ext cx="39940" cy="39940"/>
          </a:xfrm>
          <a:custGeom>
            <a:avLst/>
            <a:gdLst/>
            <a:pathLst>
              <a:path w="39940" h="39940">
                <a:moveTo>
                  <a:pt x="39940" y="19970"/>
                </a:moveTo>
                <a:cubicBezTo>
                  <a:pt x="39940" y="8940"/>
                  <a:pt x="30999" y="0"/>
                  <a:pt x="19970" y="0"/>
                </a:cubicBezTo>
                <a:cubicBezTo>
                  <a:pt x="8940" y="0"/>
                  <a:pt x="0" y="8940"/>
                  <a:pt x="0" y="19970"/>
                </a:cubicBezTo>
                <a:cubicBezTo>
                  <a:pt x="0" y="30999"/>
                  <a:pt x="8940" y="39940"/>
                  <a:pt x="19970" y="39940"/>
                </a:cubicBezTo>
                <a:cubicBezTo>
                  <a:pt x="30999" y="39940"/>
                  <a:pt x="39940" y="30999"/>
                  <a:pt x="39940" y="19970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7" name="Freeform"/>
          <p:cNvSpPr/>
          <p:nvPr/>
        </p:nvSpPr>
        <p:spPr>
          <a:xfrm>
            <a:off x="8835444" y="2134355"/>
            <a:ext cx="39940" cy="39940"/>
          </a:xfrm>
          <a:custGeom>
            <a:avLst/>
            <a:gdLst/>
            <a:pathLst>
              <a:path w="39940" h="39940">
                <a:moveTo>
                  <a:pt x="39940" y="19970"/>
                </a:moveTo>
                <a:cubicBezTo>
                  <a:pt x="39940" y="8940"/>
                  <a:pt x="30999" y="0"/>
                  <a:pt x="19970" y="0"/>
                </a:cubicBezTo>
                <a:cubicBezTo>
                  <a:pt x="8940" y="0"/>
                  <a:pt x="0" y="8940"/>
                  <a:pt x="0" y="19970"/>
                </a:cubicBezTo>
                <a:cubicBezTo>
                  <a:pt x="0" y="30999"/>
                  <a:pt x="8940" y="39940"/>
                  <a:pt x="19970" y="39940"/>
                </a:cubicBezTo>
                <a:cubicBezTo>
                  <a:pt x="30999" y="39940"/>
                  <a:pt x="39940" y="30999"/>
                  <a:pt x="39940" y="19970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8" name="Freeform"/>
          <p:cNvSpPr/>
          <p:nvPr/>
        </p:nvSpPr>
        <p:spPr>
          <a:xfrm>
            <a:off x="9334707" y="1455359"/>
            <a:ext cx="39940" cy="39940"/>
          </a:xfrm>
          <a:custGeom>
            <a:avLst/>
            <a:gdLst/>
            <a:pathLst>
              <a:path w="39940" h="39940">
                <a:moveTo>
                  <a:pt x="39940" y="19970"/>
                </a:moveTo>
                <a:cubicBezTo>
                  <a:pt x="39940" y="8940"/>
                  <a:pt x="30999" y="0"/>
                  <a:pt x="19969" y="0"/>
                </a:cubicBezTo>
                <a:cubicBezTo>
                  <a:pt x="8940" y="0"/>
                  <a:pt x="0" y="8940"/>
                  <a:pt x="0" y="19970"/>
                </a:cubicBezTo>
                <a:cubicBezTo>
                  <a:pt x="0" y="30999"/>
                  <a:pt x="8940" y="39940"/>
                  <a:pt x="19969" y="39940"/>
                </a:cubicBezTo>
                <a:cubicBezTo>
                  <a:pt x="30999" y="39940"/>
                  <a:pt x="39940" y="30999"/>
                  <a:pt x="39940" y="19970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9" name="Freeform"/>
          <p:cNvSpPr/>
          <p:nvPr/>
        </p:nvSpPr>
        <p:spPr>
          <a:xfrm>
            <a:off x="10466368" y="2587020"/>
            <a:ext cx="39940" cy="39940"/>
          </a:xfrm>
          <a:custGeom>
            <a:avLst/>
            <a:gdLst/>
            <a:pathLst>
              <a:path w="39940" h="39940">
                <a:moveTo>
                  <a:pt x="39940" y="19969"/>
                </a:moveTo>
                <a:cubicBezTo>
                  <a:pt x="39940" y="8940"/>
                  <a:pt x="30999" y="0"/>
                  <a:pt x="19970" y="0"/>
                </a:cubicBezTo>
                <a:cubicBezTo>
                  <a:pt x="8940" y="0"/>
                  <a:pt x="0" y="8940"/>
                  <a:pt x="0" y="19969"/>
                </a:cubicBezTo>
                <a:cubicBezTo>
                  <a:pt x="0" y="30999"/>
                  <a:pt x="8940" y="39940"/>
                  <a:pt x="19970" y="39940"/>
                </a:cubicBezTo>
                <a:cubicBezTo>
                  <a:pt x="30999" y="39940"/>
                  <a:pt x="39940" y="30999"/>
                  <a:pt x="39940" y="19969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10" name="Rectangle 9"/>
          <p:cNvSpPr/>
          <p:nvPr/>
        </p:nvSpPr>
        <p:spPr>
          <a:xfrm>
            <a:off x="603504" y="548640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804672"/>
            <a:ext cx="28346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B3C1C4"/>
                </a:solidFill>
                <a:latin typeface="Arial Narrow"/>
              </a:rPr>
              <a:t>08  /  ARCHITECTURAL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335024"/>
            <a:ext cx="49377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0">
                <a:solidFill>
                  <a:srgbClr val="F6F6F1"/>
                </a:solidFill>
                <a:latin typeface="Georgia"/>
              </a:rPr>
              <a:t>A WELCOMING WORLD
OF LIGHT, SHADOW,
REFLECTION AND CALM.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4041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C1C4"/>
                </a:solidFill>
                <a:latin typeface="Arial"/>
              </a:rPr>
              <a:t>A museum-city that belongs to its geography
without becoming a literal interpretation of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08576"/>
            <a:ext cx="3822191" cy="16459"/>
          </a:xfrm>
          <a:prstGeom prst="rect">
            <a:avLst/>
          </a:prstGeom>
          <a:solidFill>
            <a:srgbClr val="4963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402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18C58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82803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6F6F1"/>
                </a:solidFill>
                <a:latin typeface="Arial Narrow"/>
              </a:rPr>
              <a:t>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2803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3C1C4"/>
                </a:solidFill>
                <a:latin typeface="Arial"/>
              </a:rPr>
              <a:t>reveals movement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02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18C58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26694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6F6F1"/>
                </a:solidFill>
                <a:latin typeface="Arial Narrow"/>
              </a:rPr>
              <a:t>SHADOW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26694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3C1C4"/>
                </a:solidFill>
                <a:latin typeface="Arial"/>
              </a:rPr>
              <a:t>makes room for pause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24144"/>
            <a:ext cx="402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18C58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70585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6F6F1"/>
                </a:solidFill>
                <a:latin typeface="Arial Narrow"/>
              </a:rPr>
              <a:t>REFLECTION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70585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3C1C4"/>
                </a:solidFill>
                <a:latin typeface="Arial"/>
              </a:rPr>
              <a:t>joins land and sea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39776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B3C1C4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6E8187"/>
                </a:solidFill>
                <a:latin typeface="Georgia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