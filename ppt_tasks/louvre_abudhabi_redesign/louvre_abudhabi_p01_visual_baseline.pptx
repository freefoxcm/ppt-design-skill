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8d70acc7e3c5d6b7591fc01e582f2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2848"/>
            <a:ext cx="12191695" cy="38221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" y="512064"/>
            <a:ext cx="658368" cy="21945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768096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AEBCC0"/>
                </a:solidFill>
                <a:latin typeface="Arial Narrow"/>
              </a:rPr>
              <a:t>CASE 04  /  ARCHITECTURAL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24128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6F6F1"/>
                </a:solidFill>
                <a:latin typeface="Georgia"/>
              </a:rPr>
              <a:t>LOUVRE
ABU DHABI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1938528"/>
            <a:ext cx="2240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AEBCC0"/>
                </a:solidFill>
                <a:latin typeface="Arial Narrow"/>
              </a:rPr>
              <a:t>JEAN NOUVEL  /  2017</a:t>
            </a:r>
          </a:p>
        </p:txBody>
      </p:sp>
      <p:sp>
        <p:nvSpPr>
          <p:cNvPr id="8" name="Freeform"/>
          <p:cNvSpPr/>
          <p:nvPr/>
        </p:nvSpPr>
        <p:spPr>
          <a:xfrm>
            <a:off x="8438605" y="356354"/>
            <a:ext cx="1839250" cy="1805809"/>
          </a:xfrm>
          <a:custGeom>
            <a:avLst/>
            <a:gdLst/>
            <a:pathLst>
              <a:path w="1839250" h="1805809">
                <a:moveTo>
                  <a:pt x="919625" y="0"/>
                </a:moveTo>
                <a:cubicBezTo>
                  <a:pt x="919625" y="0"/>
                  <a:pt x="1567542" y="267527"/>
                  <a:pt x="1567542" y="267527"/>
                </a:cubicBezTo>
                <a:cubicBezTo>
                  <a:pt x="1567542" y="267527"/>
                  <a:pt x="1839250" y="902904"/>
                  <a:pt x="1839250" y="902904"/>
                </a:cubicBezTo>
                <a:cubicBezTo>
                  <a:pt x="1839250" y="902904"/>
                  <a:pt x="1567542" y="1538281"/>
                  <a:pt x="1567542" y="1538281"/>
                </a:cubicBezTo>
                <a:cubicBezTo>
                  <a:pt x="1567542" y="1538281"/>
                  <a:pt x="919625" y="1805809"/>
                  <a:pt x="919625" y="1805809"/>
                </a:cubicBezTo>
                <a:cubicBezTo>
                  <a:pt x="919625" y="1805809"/>
                  <a:pt x="271707" y="1538281"/>
                  <a:pt x="271707" y="1538281"/>
                </a:cubicBezTo>
                <a:cubicBezTo>
                  <a:pt x="271707" y="1538281"/>
                  <a:pt x="0" y="902904"/>
                  <a:pt x="0" y="902904"/>
                </a:cubicBezTo>
                <a:cubicBezTo>
                  <a:pt x="0" y="902904"/>
                  <a:pt x="271707" y="267527"/>
                  <a:pt x="271707" y="267527"/>
                </a:cubicBezTo>
                <a:cubicBezTo>
                  <a:pt x="271707" y="267527"/>
                  <a:pt x="919625" y="0"/>
                  <a:pt x="919625" y="0"/>
                </a:cubicBez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9" name="Freeform"/>
          <p:cNvSpPr/>
          <p:nvPr/>
        </p:nvSpPr>
        <p:spPr>
          <a:xfrm>
            <a:off x="8660151" y="582080"/>
            <a:ext cx="1396158" cy="1354357"/>
          </a:xfrm>
          <a:custGeom>
            <a:avLst/>
            <a:gdLst/>
            <a:pathLst>
              <a:path w="1396158" h="1354357">
                <a:moveTo>
                  <a:pt x="698079" y="0"/>
                </a:moveTo>
                <a:cubicBezTo>
                  <a:pt x="698079" y="0"/>
                  <a:pt x="1191332" y="204825"/>
                  <a:pt x="1191332" y="204825"/>
                </a:cubicBezTo>
                <a:cubicBezTo>
                  <a:pt x="1191332" y="204825"/>
                  <a:pt x="1396158" y="677178"/>
                  <a:pt x="1396158" y="677178"/>
                </a:cubicBezTo>
                <a:cubicBezTo>
                  <a:pt x="1396158" y="677178"/>
                  <a:pt x="1191332" y="1149531"/>
                  <a:pt x="1191332" y="1149531"/>
                </a:cubicBezTo>
                <a:cubicBezTo>
                  <a:pt x="1191332" y="1149531"/>
                  <a:pt x="698079" y="1354357"/>
                  <a:pt x="698079" y="1354357"/>
                </a:cubicBezTo>
                <a:cubicBezTo>
                  <a:pt x="698079" y="1354357"/>
                  <a:pt x="204825" y="1149531"/>
                  <a:pt x="204825" y="1149531"/>
                </a:cubicBezTo>
                <a:cubicBezTo>
                  <a:pt x="204825" y="1149531"/>
                  <a:pt x="0" y="677178"/>
                  <a:pt x="0" y="677178"/>
                </a:cubicBezTo>
                <a:cubicBezTo>
                  <a:pt x="0" y="677178"/>
                  <a:pt x="204825" y="204825"/>
                  <a:pt x="204825" y="204825"/>
                </a:cubicBezTo>
                <a:cubicBezTo>
                  <a:pt x="204825" y="204825"/>
                  <a:pt x="698079" y="0"/>
                  <a:pt x="698079" y="0"/>
                </a:cubicBez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0" name="Freeform"/>
          <p:cNvSpPr/>
          <p:nvPr/>
        </p:nvSpPr>
        <p:spPr>
          <a:xfrm>
            <a:off x="8438605" y="356354"/>
            <a:ext cx="1839250" cy="1805809"/>
          </a:xfrm>
          <a:custGeom>
            <a:avLst/>
            <a:gdLst/>
            <a:pathLst>
              <a:path w="1839250" h="1805809">
                <a:moveTo>
                  <a:pt x="919625" y="0"/>
                </a:moveTo>
                <a:cubicBezTo>
                  <a:pt x="919625" y="0"/>
                  <a:pt x="919625" y="1805809"/>
                  <a:pt x="919625" y="1805809"/>
                </a:cubicBezTo>
                <a:close/>
                <a:moveTo>
                  <a:pt x="0" y="902904"/>
                </a:moveTo>
                <a:cubicBezTo>
                  <a:pt x="0" y="902904"/>
                  <a:pt x="1839250" y="902904"/>
                  <a:pt x="1839250" y="902904"/>
                </a:cubicBezTo>
                <a:close/>
              </a:path>
            </a:pathLst>
          </a:custGeom>
          <a:solidFill>
            <a:srgbClr val="FFFFFF"/>
          </a:solidFill>
          <a:ln w="15240">
            <a:solidFill>
              <a:srgbClr val="49636C"/>
            </a:solidFill>
          </a:ln>
        </p:spPr>
      </p:sp>
      <p:sp>
        <p:nvSpPr>
          <p:cNvPr id="11" name="Freeform"/>
          <p:cNvSpPr/>
          <p:nvPr/>
        </p:nvSpPr>
        <p:spPr>
          <a:xfrm>
            <a:off x="8229600" y="256032"/>
            <a:ext cx="2257261" cy="2006454"/>
          </a:xfrm>
          <a:custGeom>
            <a:avLst/>
            <a:gdLst/>
            <a:pathLst>
              <a:path w="2257261" h="2006454">
                <a:moveTo>
                  <a:pt x="1128630" y="0"/>
                </a:moveTo>
                <a:cubicBezTo>
                  <a:pt x="1128630" y="0"/>
                  <a:pt x="1128630" y="2006454"/>
                  <a:pt x="1128630" y="2006454"/>
                </a:cubicBezTo>
                <a:close/>
                <a:moveTo>
                  <a:pt x="0" y="1003227"/>
                </a:moveTo>
                <a:cubicBezTo>
                  <a:pt x="0" y="1003227"/>
                  <a:pt x="2257261" y="1003227"/>
                  <a:pt x="2257261" y="1003227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56545"/>
            </a:solidFill>
          </a:ln>
        </p:spPr>
      </p:sp>
      <p:sp>
        <p:nvSpPr>
          <p:cNvPr id="12" name="Freeform"/>
          <p:cNvSpPr/>
          <p:nvPr/>
        </p:nvSpPr>
        <p:spPr>
          <a:xfrm>
            <a:off x="9341510" y="339634"/>
            <a:ext cx="33440" cy="33440"/>
          </a:xfrm>
          <a:custGeom>
            <a:avLst/>
            <a:gdLst/>
            <a:pathLst>
              <a:path w="33440" h="33440">
                <a:moveTo>
                  <a:pt x="33440" y="16720"/>
                </a:moveTo>
                <a:cubicBezTo>
                  <a:pt x="33440" y="7485"/>
                  <a:pt x="25954" y="0"/>
                  <a:pt x="16720" y="0"/>
                </a:cubicBezTo>
                <a:cubicBezTo>
                  <a:pt x="7485" y="0"/>
                  <a:pt x="0" y="7485"/>
                  <a:pt x="0" y="16720"/>
                </a:cubicBezTo>
                <a:cubicBezTo>
                  <a:pt x="0" y="25954"/>
                  <a:pt x="7485" y="33440"/>
                  <a:pt x="16720" y="33440"/>
                </a:cubicBezTo>
                <a:cubicBezTo>
                  <a:pt x="25954" y="33440"/>
                  <a:pt x="33440" y="25954"/>
                  <a:pt x="33440" y="16720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3" name="Freeform"/>
          <p:cNvSpPr/>
          <p:nvPr/>
        </p:nvSpPr>
        <p:spPr>
          <a:xfrm>
            <a:off x="10263225" y="1244629"/>
            <a:ext cx="29260" cy="29260"/>
          </a:xfrm>
          <a:custGeom>
            <a:avLst/>
            <a:gdLst/>
            <a:pathLst>
              <a:path w="29260" h="29260">
                <a:moveTo>
                  <a:pt x="29260" y="14630"/>
                </a:moveTo>
                <a:cubicBezTo>
                  <a:pt x="29260" y="6550"/>
                  <a:pt x="22709" y="0"/>
                  <a:pt x="14630" y="0"/>
                </a:cubicBezTo>
                <a:cubicBezTo>
                  <a:pt x="6550" y="0"/>
                  <a:pt x="0" y="6550"/>
                  <a:pt x="0" y="14630"/>
                </a:cubicBezTo>
                <a:cubicBezTo>
                  <a:pt x="0" y="22709"/>
                  <a:pt x="6550" y="29260"/>
                  <a:pt x="14630" y="29260"/>
                </a:cubicBezTo>
                <a:cubicBezTo>
                  <a:pt x="22709" y="29260"/>
                  <a:pt x="29260" y="22709"/>
                  <a:pt x="29260" y="14630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4" name="Freeform"/>
          <p:cNvSpPr/>
          <p:nvPr/>
        </p:nvSpPr>
        <p:spPr>
          <a:xfrm>
            <a:off x="9341510" y="2145443"/>
            <a:ext cx="33440" cy="33440"/>
          </a:xfrm>
          <a:custGeom>
            <a:avLst/>
            <a:gdLst/>
            <a:pathLst>
              <a:path w="33440" h="33440">
                <a:moveTo>
                  <a:pt x="33440" y="16720"/>
                </a:moveTo>
                <a:cubicBezTo>
                  <a:pt x="33440" y="7485"/>
                  <a:pt x="25954" y="0"/>
                  <a:pt x="16720" y="0"/>
                </a:cubicBezTo>
                <a:cubicBezTo>
                  <a:pt x="7485" y="0"/>
                  <a:pt x="0" y="7485"/>
                  <a:pt x="0" y="16720"/>
                </a:cubicBezTo>
                <a:cubicBezTo>
                  <a:pt x="0" y="25954"/>
                  <a:pt x="7485" y="33440"/>
                  <a:pt x="16720" y="33440"/>
                </a:cubicBezTo>
                <a:cubicBezTo>
                  <a:pt x="25954" y="33440"/>
                  <a:pt x="33440" y="25954"/>
                  <a:pt x="33440" y="16720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5" name="Rectangle 14"/>
          <p:cNvSpPr/>
          <p:nvPr/>
        </p:nvSpPr>
        <p:spPr>
          <a:xfrm>
            <a:off x="603504" y="6245352"/>
            <a:ext cx="10981944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AEBCC0"/>
                </a:solidFill>
                <a:latin typeface="Arial Narrow"/>
              </a:rPr>
              <a:t>SAADIYAT ISLAND  /  ABU DHABI, UAE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6446520"/>
            <a:ext cx="3246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>
                <a:solidFill>
                  <a:srgbClr val="AEBCC0"/>
                </a:solidFill>
                <a:latin typeface="Arial Narrow"/>
              </a:rPr>
              <a:t>MUSEUM-CITY  /  LIGHT  /  WATER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4512" y="634593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AEBCC0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