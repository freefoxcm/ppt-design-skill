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6963e1aa5c4ee3b32797bb63b23ca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3504" y="713232"/>
            <a:ext cx="2697480" cy="320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3017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6F8B"/>
                </a:solidFill>
                <a:latin typeface="Consolas"/>
              </a:rPr>
              <a:t>URBAN SYSTEMS  / 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42519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0272B"/>
                </a:solidFill>
                <a:latin typeface="Arial"/>
              </a:rPr>
              <a:t>VERTICAL CITY
RETROFIT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054096"/>
            <a:ext cx="3767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0272B"/>
                </a:solidFill>
                <a:latin typeface="Arial"/>
              </a:rPr>
              <a:t>The next city is not built from scratch.
It is upgraded in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895344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7278"/>
                </a:solidFill>
                <a:latin typeface="Arial"/>
              </a:rPr>
              <a:t>A connected strategy for aging high-rise housing:
envelope · energy · shared space ·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724144"/>
            <a:ext cx="3200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F6F8B"/>
                </a:solidFill>
                <a:latin typeface="Consolas"/>
              </a:rPr>
              <a:t>CONCEPTUAL HERO VISUAL  /  NOT A REAL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6181344"/>
            <a:ext cx="32004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67278"/>
                </a:solidFill>
                <a:latin typeface="Consolas"/>
              </a:rPr>
              <a:t>VERTICAL CITY RETROFIT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