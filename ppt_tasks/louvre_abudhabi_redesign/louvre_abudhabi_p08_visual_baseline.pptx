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493776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49808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586A73"/>
                </a:solidFill>
                <a:latin typeface="Arial Narrow"/>
              </a:rPr>
              <a:t>07  /  MATERIAL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768096"/>
            <a:ext cx="2286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80" b="1">
                <a:solidFill>
                  <a:srgbClr val="B18C58"/>
                </a:solidFill>
                <a:latin typeface="Arial Narrow"/>
              </a:rPr>
              <a:t>SKY  /  STEEL  /  GROUND</a:t>
            </a:r>
          </a:p>
        </p:txBody>
      </p:sp>
      <p:pic>
        <p:nvPicPr>
          <p:cNvPr id="6" name="Picture 5" descr="d6135f0ac4903507980b4c88b7b3b8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078992"/>
            <a:ext cx="10981944" cy="32735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504" y="4352544"/>
            <a:ext cx="10981944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252D"/>
                </a:solidFill>
                <a:latin typeface="Georgia"/>
              </a:rPr>
              <a:t>MATERIAL IS A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5838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252D"/>
                </a:solidFill>
                <a:latin typeface="Arial"/>
              </a:rPr>
              <a:t>Steel, aluminium and patterned voids work as a single
optical instrument between sky and ground.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4626864"/>
            <a:ext cx="21945" cy="1417320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460857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6252D"/>
                </a:solidFill>
                <a:latin typeface="Arial"/>
              </a:rPr>
              <a:t>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4965192"/>
            <a:ext cx="39867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86A73"/>
                </a:solidFill>
                <a:latin typeface="Arial Narrow"/>
              </a:rPr>
              <a:t>4 STAINLESS STEEL  /  4 ALUMINIUM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5358384"/>
            <a:ext cx="4251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A73"/>
                </a:solidFill>
                <a:latin typeface="Arial"/>
              </a:rPr>
              <a:t>Structure becomes atmosphere:
openings admit light without losing shade.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82512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586A73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91088" y="618134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B7C1C2"/>
                </a:solidFill>
                <a:latin typeface="Georgia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