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2377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B3C1C4"/>
                </a:solidFill>
                <a:latin typeface="Arial Narrow"/>
              </a:rPr>
              <a:t>03  /  URBAN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6F6F1"/>
                </a:solidFill>
                <a:latin typeface="Georgia"/>
              </a:rPr>
              <a:t>A MUSEUM-CITY  /  IN THE SEA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234440"/>
            <a:ext cx="2148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80" b="1">
                <a:solidFill>
                  <a:srgbClr val="B3C1C4"/>
                </a:solidFill>
                <a:latin typeface="Arial Narrow"/>
              </a:rPr>
              <a:t>SAADIYAT ISLAND · ABU DHABI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755648"/>
            <a:ext cx="10981944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b797e11844b84b0f0dcd869aa15c5f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993392"/>
            <a:ext cx="10981944" cy="3474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3504" y="5614416"/>
            <a:ext cx="10981944" cy="20116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4301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6F6F1"/>
                </a:solidFill>
                <a:latin typeface="Arial"/>
              </a:rP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916168"/>
            <a:ext cx="1554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18C58"/>
                </a:solidFill>
                <a:latin typeface="Arial Narrow"/>
              </a:rPr>
              <a:t>BUILDINGS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584301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F6F6F1"/>
                </a:solidFill>
                <a:latin typeface="Arial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5916168"/>
            <a:ext cx="1554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B18C58"/>
                </a:solidFill>
                <a:latin typeface="Arial Narrow"/>
              </a:rPr>
              <a:t>GALLERIES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58521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C1C4"/>
                </a:solidFill>
                <a:latin typeface="Arial"/>
              </a:rPr>
              <a:t>The dome does not sit on the city;
it gathers a city beneath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40233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B3C1C4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91088" y="618134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0">
                <a:solidFill>
                  <a:srgbClr val="6E8187"/>
                </a:solidFill>
                <a:latin typeface="Georgia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