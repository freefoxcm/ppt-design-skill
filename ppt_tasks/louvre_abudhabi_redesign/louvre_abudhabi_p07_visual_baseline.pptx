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B3C1C4"/>
                </a:solidFill>
                <a:latin typeface="Arial Narrow"/>
              </a:rPr>
              <a:t>06  /  SPATIAL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F6F6F1"/>
                </a:solidFill>
                <a:latin typeface="Georgia"/>
              </a:rPr>
              <a:t>WALK  /  PAUSE  / 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62288" y="1261872"/>
            <a:ext cx="23042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80" b="1">
                <a:solidFill>
                  <a:srgbClr val="B18C58"/>
                </a:solidFill>
                <a:latin typeface="Arial Narrow"/>
              </a:rPr>
              <a:t>A MUSEUM DESIGNED AS A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719072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4eb67f251ded081903c00abdbbe1e0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011680"/>
            <a:ext cx="3291840" cy="3419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5669280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3C1C4"/>
                </a:solidFill>
                <a:latin typeface="Arial Narrow"/>
              </a:rPr>
              <a:t>01  /  FILTERED DAYLIGHT</a:t>
            </a:r>
          </a:p>
        </p:txBody>
      </p:sp>
      <p:pic>
        <p:nvPicPr>
          <p:cNvPr id="10" name="Picture 9" descr="593a57eb0e138f07d285eb25274296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3291840" cy="3419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669280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3C1C4"/>
                </a:solidFill>
                <a:latin typeface="Arial Narrow"/>
              </a:rPr>
              <a:t>02  /  CITY + SEA</a:t>
            </a:r>
          </a:p>
        </p:txBody>
      </p:sp>
      <p:pic>
        <p:nvPicPr>
          <p:cNvPr id="12" name="Picture 11" descr="286e8f1821bda06cddb51fc0105d3c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011680"/>
            <a:ext cx="3291840" cy="3419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6096" y="5669280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3C1C4"/>
                </a:solidFill>
                <a:latin typeface="Arial Narrow"/>
              </a:rPr>
              <a:t>03  /  CIVIC WATER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44768"/>
            <a:ext cx="39776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18C58"/>
                </a:solidFill>
                <a:latin typeface="Arial Narrow"/>
              </a:rPr>
              <a:t>ARRIVE THROUGH SHADE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6144768"/>
            <a:ext cx="39776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18C58"/>
                </a:solidFill>
                <a:latin typeface="Arial Narrow"/>
              </a:rPr>
              <a:t>ORIENT FROM ABOVE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6144768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18C58"/>
                </a:solidFill>
                <a:latin typeface="Arial Narrow"/>
              </a:rPr>
              <a:t>RETURN TO WATER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4206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B3C1C4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6E8187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